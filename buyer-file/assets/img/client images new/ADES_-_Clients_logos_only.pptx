
<file path=[Content_Types].xml><?xml version="1.0" encoding="utf-8"?>
<Types xmlns="http://schemas.openxmlformats.org/package/2006/content-types">
  <Default Extension="gif" ContentType="image/gif"/>
  <Default Extension="jpg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0" r:id="rId2"/>
  </p:sldMasterIdLst>
  <p:notesMasterIdLst>
    <p:notesMasterId r:id="rId19"/>
  </p:notesMasterIdLst>
  <p:sldIdLst>
    <p:sldId id="290" r:id="rId3"/>
    <p:sldId id="303" r:id="rId4"/>
    <p:sldId id="341" r:id="rId5"/>
    <p:sldId id="310" r:id="rId6"/>
    <p:sldId id="368" r:id="rId7"/>
    <p:sldId id="338" r:id="rId8"/>
    <p:sldId id="339" r:id="rId9"/>
    <p:sldId id="321" r:id="rId10"/>
    <p:sldId id="316" r:id="rId11"/>
    <p:sldId id="318" r:id="rId12"/>
    <p:sldId id="319" r:id="rId13"/>
    <p:sldId id="369" r:id="rId14"/>
    <p:sldId id="337" r:id="rId15"/>
    <p:sldId id="323" r:id="rId16"/>
    <p:sldId id="336" r:id="rId17"/>
    <p:sldId id="36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CCFF33"/>
    <a:srgbClr val="800000"/>
    <a:srgbClr val="CCCC00"/>
    <a:srgbClr val="000000"/>
    <a:srgbClr val="FF9933"/>
    <a:srgbClr val="FF9900"/>
    <a:srgbClr val="FFCC00"/>
    <a:srgbClr val="99FF66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343" autoAdjust="0"/>
  </p:normalViewPr>
  <p:slideViewPr>
    <p:cSldViewPr snapToGrid="0">
      <p:cViewPr varScale="1">
        <p:scale>
          <a:sx n="79" d="100"/>
          <a:sy n="79" d="100"/>
        </p:scale>
        <p:origin x="77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806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AFBA3-75C2-4CFC-9D9C-9F60582B492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4532D-103F-41E3-84E9-0F443B66B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09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59381"/>
            <a:ext cx="4114800" cy="365125"/>
          </a:xfrm>
        </p:spPr>
        <p:txBody>
          <a:bodyPr/>
          <a:lstStyle>
            <a:lvl1pPr algn="ctr">
              <a:defRPr sz="16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airdesign engineered solutions pvt ltd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06059" y="6459381"/>
            <a:ext cx="2743200" cy="365125"/>
          </a:xfrm>
        </p:spPr>
        <p:txBody>
          <a:bodyPr/>
          <a:lstStyle/>
          <a:p>
            <a:fld id="{C6D7D42E-A5AE-4B4C-9ADF-8E8D21FB2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47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99941"/>
            <a:ext cx="4114800" cy="365125"/>
          </a:xfrm>
        </p:spPr>
        <p:txBody>
          <a:bodyPr/>
          <a:lstStyle>
            <a:lvl1pPr algn="ctr">
              <a:defRPr sz="16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airdesign engineered solutions pvt ltd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7D42E-A5AE-4B4C-9ADF-8E8D21FB2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547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0188" y="6485138"/>
            <a:ext cx="4114800" cy="365125"/>
          </a:xfrm>
        </p:spPr>
        <p:txBody>
          <a:bodyPr/>
          <a:lstStyle>
            <a:lvl1pPr algn="ctr">
              <a:defRPr sz="16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airdesign engineered solutions pvt ltd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7D42E-A5AE-4B4C-9ADF-8E8D21FB2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5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40188" y="6485138"/>
            <a:ext cx="4114800" cy="365125"/>
          </a:xfrm>
        </p:spPr>
        <p:txBody>
          <a:bodyPr/>
          <a:lstStyle>
            <a:lvl1pPr algn="ctr">
              <a:defRPr sz="16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airdesign engineered solutions pvt ltd</a:t>
            </a:r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306059" y="6485139"/>
            <a:ext cx="2743200" cy="365125"/>
          </a:xfrm>
        </p:spPr>
        <p:txBody>
          <a:bodyPr/>
          <a:lstStyle/>
          <a:p>
            <a:fld id="{C6D7D42E-A5AE-4B4C-9ADF-8E8D21FB2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43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-5" dirty="0">
                <a:cs typeface="Gothic Uralic"/>
              </a:rPr>
              <a:t>airdesign engineered solutions pvt</a:t>
            </a:r>
            <a:r>
              <a:rPr lang="en-US" spc="-15" dirty="0">
                <a:cs typeface="Gothic Uralic"/>
              </a:rPr>
              <a:t> </a:t>
            </a:r>
            <a:r>
              <a:rPr lang="en-US" spc="-5" dirty="0">
                <a:cs typeface="Gothic Uralic"/>
              </a:rPr>
              <a:t>ltd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7D42E-A5AE-4B4C-9ADF-8E8D21FB2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14108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airdesign engineered solutions pvt ltd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7D42E-A5AE-4B4C-9ADF-8E8D21FB2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8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-5" dirty="0">
                <a:cs typeface="Gothic Uralic"/>
              </a:rPr>
              <a:t>airdesign engineered solutions pvt</a:t>
            </a:r>
            <a:r>
              <a:rPr lang="en-US" spc="-15" dirty="0">
                <a:cs typeface="Gothic Uralic"/>
              </a:rPr>
              <a:t> </a:t>
            </a:r>
            <a:r>
              <a:rPr lang="en-US" spc="-5" dirty="0">
                <a:cs typeface="Gothic Uralic"/>
              </a:rPr>
              <a:t>ltd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7D42E-A5AE-4B4C-9ADF-8E8D21FB2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52277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-5" dirty="0">
                <a:cs typeface="Gothic Uralic"/>
              </a:rPr>
              <a:t>airdesign engineered solutions pvt</a:t>
            </a:r>
            <a:r>
              <a:rPr lang="en-US" spc="-15" dirty="0">
                <a:cs typeface="Gothic Uralic"/>
              </a:rPr>
              <a:t> </a:t>
            </a:r>
            <a:r>
              <a:rPr lang="en-US" spc="-5" dirty="0">
                <a:cs typeface="Gothic Uralic"/>
              </a:rPr>
              <a:t>ltd</a:t>
            </a:r>
            <a:endParaRPr lang="en-US" sz="1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7D42E-A5AE-4B4C-9ADF-8E8D21FB2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83602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airdesign engineered solutions pvt ltd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7D42E-A5AE-4B4C-9ADF-8E8D21FB2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40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-5" dirty="0">
                <a:cs typeface="Gothic Uralic"/>
              </a:rPr>
              <a:t>airdesign engineered solutions pvt</a:t>
            </a:r>
            <a:r>
              <a:rPr lang="en-US" spc="-15" dirty="0">
                <a:cs typeface="Gothic Uralic"/>
              </a:rPr>
              <a:t> </a:t>
            </a:r>
            <a:r>
              <a:rPr lang="en-US" spc="-5" dirty="0">
                <a:cs typeface="Gothic Uralic"/>
              </a:rPr>
              <a:t>ltd</a:t>
            </a:r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7D42E-A5AE-4B4C-9ADF-8E8D21FB2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74978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airdesign engineered solutions pvt ltd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7D42E-A5AE-4B4C-9ADF-8E8D21FB2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53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-5" dirty="0">
                <a:cs typeface="Gothic Uralic"/>
              </a:rPr>
              <a:t>airdesign engineered solutions pvt</a:t>
            </a:r>
            <a:r>
              <a:rPr lang="en-US" spc="-15" dirty="0">
                <a:cs typeface="Gothic Uralic"/>
              </a:rPr>
              <a:t> </a:t>
            </a:r>
            <a:r>
              <a:rPr lang="en-US" spc="-5" dirty="0">
                <a:cs typeface="Gothic Uralic"/>
              </a:rPr>
              <a:t>ltd</a:t>
            </a:r>
            <a:endParaRPr lang="en-US" sz="1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7D42E-A5AE-4B4C-9ADF-8E8D21FB2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667433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-5" dirty="0">
                <a:cs typeface="Gothic Uralic"/>
              </a:rPr>
              <a:t>airdesign engineered solutions pvt</a:t>
            </a:r>
            <a:r>
              <a:rPr lang="en-US" spc="-15" dirty="0">
                <a:cs typeface="Gothic Uralic"/>
              </a:rPr>
              <a:t> </a:t>
            </a:r>
            <a:r>
              <a:rPr lang="en-US" spc="-5" dirty="0">
                <a:cs typeface="Gothic Uralic"/>
              </a:rPr>
              <a:t>ltd</a:t>
            </a:r>
            <a:endParaRPr lang="en-US" sz="1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7D42E-A5AE-4B4C-9ADF-8E8D21FB2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510340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-5" dirty="0">
                <a:cs typeface="Gothic Uralic"/>
              </a:rPr>
              <a:t>airdesign engineered solutions pvt</a:t>
            </a:r>
            <a:r>
              <a:rPr lang="en-US" spc="-15" dirty="0">
                <a:cs typeface="Gothic Uralic"/>
              </a:rPr>
              <a:t> </a:t>
            </a:r>
            <a:r>
              <a:rPr lang="en-US" spc="-5" dirty="0">
                <a:cs typeface="Gothic Uralic"/>
              </a:rPr>
              <a:t>ltd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7D42E-A5AE-4B4C-9ADF-8E8D21FB2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18691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-5" dirty="0">
                <a:cs typeface="Gothic Uralic"/>
              </a:rPr>
              <a:t>airdesign engineered solutions pvt</a:t>
            </a:r>
            <a:r>
              <a:rPr lang="en-US" spc="-15" dirty="0">
                <a:cs typeface="Gothic Uralic"/>
              </a:rPr>
              <a:t> </a:t>
            </a:r>
            <a:r>
              <a:rPr lang="en-US" spc="-5" dirty="0">
                <a:cs typeface="Gothic Uralic"/>
              </a:rPr>
              <a:t>ltd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7D42E-A5AE-4B4C-9ADF-8E8D21FB2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04925"/>
      </p:ext>
    </p:extLst>
  </p:cSld>
  <p:clrMapOvr>
    <a:masterClrMapping/>
  </p:clrMapOvr>
  <p:hf hd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8513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rgbClr val="0070C0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spc="-5" dirty="0">
                <a:cs typeface="Gothic Uralic"/>
              </a:rPr>
              <a:t>airdesign engineered solutions pvt</a:t>
            </a:r>
            <a:r>
              <a:rPr lang="en-US" spc="-15" dirty="0">
                <a:cs typeface="Gothic Uralic"/>
              </a:rPr>
              <a:t> </a:t>
            </a:r>
            <a:r>
              <a:rPr lang="en-US" spc="-5" dirty="0">
                <a:cs typeface="Gothic Uralic"/>
              </a:rPr>
              <a:t>ltd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06059" y="648513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7D42E-A5AE-4B4C-9ADF-8E8D21FB2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68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  <p:sldLayoutId id="2147483667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pc="-5" dirty="0">
                <a:cs typeface="Gothic Uralic"/>
              </a:rPr>
              <a:t>airdesign engineered solutions pvt</a:t>
            </a:r>
            <a:r>
              <a:rPr lang="en-US" spc="-15" dirty="0">
                <a:cs typeface="Gothic Uralic"/>
              </a:rPr>
              <a:t> </a:t>
            </a:r>
            <a:r>
              <a:rPr lang="en-US" spc="-5" dirty="0">
                <a:cs typeface="Gothic Uralic"/>
              </a:rPr>
              <a:t>ltd</a:t>
            </a: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7D42E-A5AE-4B4C-9ADF-8E8D21FB2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639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e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8.jpeg"/><Relationship Id="rId4" Type="http://schemas.openxmlformats.org/officeDocument/2006/relationships/image" Target="../media/image9.jpeg"/><Relationship Id="rId5" Type="http://schemas.openxmlformats.org/officeDocument/2006/relationships/image" Target="../media/image10.jpeg"/><Relationship Id="rId6" Type="http://schemas.openxmlformats.org/officeDocument/2006/relationships/image" Target="../media/image11.png"/><Relationship Id="rId7" Type="http://schemas.openxmlformats.org/officeDocument/2006/relationships/image" Target="../media/image12.jpeg"/><Relationship Id="rId8" Type="http://schemas.openxmlformats.org/officeDocument/2006/relationships/image" Target="../media/image13.jpeg"/><Relationship Id="rId9" Type="http://schemas.openxmlformats.org/officeDocument/2006/relationships/image" Target="../media/image14.png"/><Relationship Id="rId10" Type="http://schemas.openxmlformats.org/officeDocument/2006/relationships/image" Target="../media/image15.jpeg"/><Relationship Id="rId11" Type="http://schemas.openxmlformats.org/officeDocument/2006/relationships/image" Target="../media/image16.png"/><Relationship Id="rId12" Type="http://schemas.openxmlformats.org/officeDocument/2006/relationships/image" Target="../media/image17.jpe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jpeg"/><Relationship Id="rId16" Type="http://schemas.openxmlformats.org/officeDocument/2006/relationships/image" Target="../media/image21.jpeg"/><Relationship Id="rId17" Type="http://schemas.openxmlformats.org/officeDocument/2006/relationships/image" Target="../media/image22.gif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jpeg"/><Relationship Id="rId10" Type="http://schemas.openxmlformats.org/officeDocument/2006/relationships/image" Target="../media/image33.jpe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jpeg"/><Relationship Id="rId16" Type="http://schemas.openxmlformats.org/officeDocument/2006/relationships/image" Target="../media/image3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40.jpeg"/><Relationship Id="rId4" Type="http://schemas.openxmlformats.org/officeDocument/2006/relationships/image" Target="../media/image41.jpeg"/><Relationship Id="rId5" Type="http://schemas.openxmlformats.org/officeDocument/2006/relationships/image" Target="../media/image42.jpeg"/><Relationship Id="rId6" Type="http://schemas.openxmlformats.org/officeDocument/2006/relationships/image" Target="../media/image43.png"/><Relationship Id="rId7" Type="http://schemas.openxmlformats.org/officeDocument/2006/relationships/image" Target="../media/image44.jpe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jpeg"/><Relationship Id="rId11" Type="http://schemas.openxmlformats.org/officeDocument/2006/relationships/image" Target="../media/image48.png"/><Relationship Id="rId12" Type="http://schemas.openxmlformats.org/officeDocument/2006/relationships/image" Target="../media/image49.jpeg"/><Relationship Id="rId13" Type="http://schemas.openxmlformats.org/officeDocument/2006/relationships/image" Target="../media/image50.jpeg"/><Relationship Id="rId14" Type="http://schemas.openxmlformats.org/officeDocument/2006/relationships/image" Target="../media/image51.png"/><Relationship Id="rId15" Type="http://schemas.openxmlformats.org/officeDocument/2006/relationships/image" Target="../media/image52.png"/><Relationship Id="rId16" Type="http://schemas.openxmlformats.org/officeDocument/2006/relationships/image" Target="../media/image53.png"/><Relationship Id="rId17" Type="http://schemas.openxmlformats.org/officeDocument/2006/relationships/image" Target="../media/image54.png"/><Relationship Id="rId18" Type="http://schemas.openxmlformats.org/officeDocument/2006/relationships/image" Target="../media/image55.png"/><Relationship Id="rId19" Type="http://schemas.openxmlformats.org/officeDocument/2006/relationships/image" Target="../media/image56.png"/><Relationship Id="rId20" Type="http://schemas.openxmlformats.org/officeDocument/2006/relationships/image" Target="../media/image57.png"/><Relationship Id="rId21" Type="http://schemas.openxmlformats.org/officeDocument/2006/relationships/image" Target="../media/image5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jpeg"/><Relationship Id="rId11" Type="http://schemas.openxmlformats.org/officeDocument/2006/relationships/image" Target="../media/image67.png"/><Relationship Id="rId12" Type="http://schemas.openxmlformats.org/officeDocument/2006/relationships/image" Target="../media/image68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jpeg"/><Relationship Id="rId7" Type="http://schemas.openxmlformats.org/officeDocument/2006/relationships/image" Target="../media/image73.png"/><Relationship Id="rId8" Type="http://schemas.openxmlformats.org/officeDocument/2006/relationships/image" Target="../media/image74.jpeg"/><Relationship Id="rId9" Type="http://schemas.openxmlformats.org/officeDocument/2006/relationships/image" Target="../media/image7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6.png"/><Relationship Id="rId3" Type="http://schemas.openxmlformats.org/officeDocument/2006/relationships/image" Target="../media/image77.jpeg"/><Relationship Id="rId4" Type="http://schemas.openxmlformats.org/officeDocument/2006/relationships/image" Target="../media/image78.png"/><Relationship Id="rId5" Type="http://schemas.openxmlformats.org/officeDocument/2006/relationships/image" Target="../media/image1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85.png"/><Relationship Id="rId13" Type="http://schemas.openxmlformats.org/officeDocument/2006/relationships/image" Target="../media/image86.png"/><Relationship Id="rId14" Type="http://schemas.openxmlformats.org/officeDocument/2006/relationships/image" Target="../media/image87.png"/><Relationship Id="rId15" Type="http://schemas.openxmlformats.org/officeDocument/2006/relationships/image" Target="../media/image8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89.jpeg"/><Relationship Id="rId4" Type="http://schemas.openxmlformats.org/officeDocument/2006/relationships/image" Target="../media/image90.jpeg"/><Relationship Id="rId5" Type="http://schemas.openxmlformats.org/officeDocument/2006/relationships/image" Target="../media/image91.png"/><Relationship Id="rId6" Type="http://schemas.openxmlformats.org/officeDocument/2006/relationships/image" Target="../media/image92.jpeg"/><Relationship Id="rId7" Type="http://schemas.openxmlformats.org/officeDocument/2006/relationships/image" Target="../media/image93.png"/><Relationship Id="rId8" Type="http://schemas.openxmlformats.org/officeDocument/2006/relationships/image" Target="../media/image94.png"/><Relationship Id="rId9" Type="http://schemas.openxmlformats.org/officeDocument/2006/relationships/image" Target="../media/image95.jpeg"/><Relationship Id="rId10" Type="http://schemas.openxmlformats.org/officeDocument/2006/relationships/image" Target="../media/image96.png"/><Relationship Id="rId11" Type="http://schemas.openxmlformats.org/officeDocument/2006/relationships/image" Target="../media/image97.png"/><Relationship Id="rId12" Type="http://schemas.openxmlformats.org/officeDocument/2006/relationships/image" Target="../media/image9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99.jpeg"/><Relationship Id="rId3" Type="http://schemas.openxmlformats.org/officeDocument/2006/relationships/image" Target="../media/image100.png"/><Relationship Id="rId4" Type="http://schemas.openxmlformats.org/officeDocument/2006/relationships/image" Target="../media/image101.jpeg"/><Relationship Id="rId5" Type="http://schemas.openxmlformats.org/officeDocument/2006/relationships/image" Target="../media/image102.jpeg"/><Relationship Id="rId6" Type="http://schemas.openxmlformats.org/officeDocument/2006/relationships/image" Target="../media/image103.jpeg"/><Relationship Id="rId7" Type="http://schemas.openxmlformats.org/officeDocument/2006/relationships/image" Target="../media/image104.jpeg"/><Relationship Id="rId8" Type="http://schemas.openxmlformats.org/officeDocument/2006/relationships/image" Target="../media/image105.jpeg"/><Relationship Id="rId9" Type="http://schemas.openxmlformats.org/officeDocument/2006/relationships/image" Target="../media/image106.png"/><Relationship Id="rId10" Type="http://schemas.openxmlformats.org/officeDocument/2006/relationships/image" Target="../media/image107.jpeg"/><Relationship Id="rId11" Type="http://schemas.openxmlformats.org/officeDocument/2006/relationships/image" Target="../media/image108.jpeg"/><Relationship Id="rId12" Type="http://schemas.openxmlformats.org/officeDocument/2006/relationships/image" Target="../media/image109.png"/><Relationship Id="rId13" Type="http://schemas.openxmlformats.org/officeDocument/2006/relationships/image" Target="../media/image110.jpeg"/><Relationship Id="rId14" Type="http://schemas.openxmlformats.org/officeDocument/2006/relationships/image" Target="../media/image111.png"/><Relationship Id="rId15" Type="http://schemas.openxmlformats.org/officeDocument/2006/relationships/image" Target="../media/image112.jpeg"/><Relationship Id="rId16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113.png"/><Relationship Id="rId4" Type="http://schemas.openxmlformats.org/officeDocument/2006/relationships/image" Target="../media/image114.png"/><Relationship Id="rId5" Type="http://schemas.openxmlformats.org/officeDocument/2006/relationships/image" Target="../media/image115.png"/><Relationship Id="rId6" Type="http://schemas.openxmlformats.org/officeDocument/2006/relationships/image" Target="../media/image116.jpeg"/><Relationship Id="rId7" Type="http://schemas.openxmlformats.org/officeDocument/2006/relationships/image" Target="../media/image117.jpeg"/><Relationship Id="rId8" Type="http://schemas.openxmlformats.org/officeDocument/2006/relationships/image" Target="../media/image118.png"/><Relationship Id="rId9" Type="http://schemas.openxmlformats.org/officeDocument/2006/relationships/image" Target="../media/image119.jpeg"/><Relationship Id="rId10" Type="http://schemas.openxmlformats.org/officeDocument/2006/relationships/image" Target="../media/image120.png"/><Relationship Id="rId11" Type="http://schemas.openxmlformats.org/officeDocument/2006/relationships/image" Target="../media/image1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jpeg"/><Relationship Id="rId6" Type="http://schemas.openxmlformats.org/officeDocument/2006/relationships/image" Target="../media/image125.jpeg"/><Relationship Id="rId7" Type="http://schemas.openxmlformats.org/officeDocument/2006/relationships/image" Target="../media/image126.png"/><Relationship Id="rId8" Type="http://schemas.openxmlformats.org/officeDocument/2006/relationships/image" Target="../media/image1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128.png"/><Relationship Id="rId4" Type="http://schemas.openxmlformats.org/officeDocument/2006/relationships/image" Target="../media/image129.png"/><Relationship Id="rId5" Type="http://schemas.openxmlformats.org/officeDocument/2006/relationships/image" Target="../media/image130.png"/><Relationship Id="rId6" Type="http://schemas.openxmlformats.org/officeDocument/2006/relationships/image" Target="../media/image131.png"/><Relationship Id="rId7" Type="http://schemas.openxmlformats.org/officeDocument/2006/relationships/image" Target="../media/image132.png"/><Relationship Id="rId8" Type="http://schemas.openxmlformats.org/officeDocument/2006/relationships/image" Target="../media/image133.jpeg"/><Relationship Id="rId9" Type="http://schemas.openxmlformats.org/officeDocument/2006/relationships/image" Target="../media/image134.png"/><Relationship Id="rId10" Type="http://schemas.openxmlformats.org/officeDocument/2006/relationships/image" Target="../media/image135.png"/><Relationship Id="rId11" Type="http://schemas.openxmlformats.org/officeDocument/2006/relationships/image" Target="../media/image136.png"/><Relationship Id="rId12" Type="http://schemas.openxmlformats.org/officeDocument/2006/relationships/image" Target="../media/image137.png"/><Relationship Id="rId13" Type="http://schemas.openxmlformats.org/officeDocument/2006/relationships/image" Target="../media/image138.png"/><Relationship Id="rId14" Type="http://schemas.openxmlformats.org/officeDocument/2006/relationships/image" Target="../media/image1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140.jpeg"/><Relationship Id="rId4" Type="http://schemas.openxmlformats.org/officeDocument/2006/relationships/image" Target="../media/image141.jpeg"/><Relationship Id="rId5" Type="http://schemas.openxmlformats.org/officeDocument/2006/relationships/image" Target="../media/image142.png"/><Relationship Id="rId6" Type="http://schemas.openxmlformats.org/officeDocument/2006/relationships/image" Target="../media/image143.jpeg"/><Relationship Id="rId7" Type="http://schemas.openxmlformats.org/officeDocument/2006/relationships/image" Target="../media/image144.png"/><Relationship Id="rId8" Type="http://schemas.openxmlformats.org/officeDocument/2006/relationships/image" Target="../media/image145.png"/><Relationship Id="rId9" Type="http://schemas.openxmlformats.org/officeDocument/2006/relationships/image" Target="../media/image146.png"/><Relationship Id="rId10" Type="http://schemas.openxmlformats.org/officeDocument/2006/relationships/image" Target="../media/image147.png"/><Relationship Id="rId11" Type="http://schemas.openxmlformats.org/officeDocument/2006/relationships/image" Target="../media/image148.png"/><Relationship Id="rId12" Type="http://schemas.openxmlformats.org/officeDocument/2006/relationships/image" Target="../media/image149.png"/><Relationship Id="rId13" Type="http://schemas.openxmlformats.org/officeDocument/2006/relationships/image" Target="../media/image150.png"/><Relationship Id="rId14" Type="http://schemas.openxmlformats.org/officeDocument/2006/relationships/image" Target="../media/image151.png"/><Relationship Id="rId15" Type="http://schemas.openxmlformats.org/officeDocument/2006/relationships/image" Target="../media/image15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153.png"/><Relationship Id="rId4" Type="http://schemas.openxmlformats.org/officeDocument/2006/relationships/image" Target="../media/image154.jpeg"/><Relationship Id="rId5" Type="http://schemas.openxmlformats.org/officeDocument/2006/relationships/image" Target="../media/image155.png"/><Relationship Id="rId6" Type="http://schemas.openxmlformats.org/officeDocument/2006/relationships/image" Target="../media/image156.jpeg"/><Relationship Id="rId7" Type="http://schemas.openxmlformats.org/officeDocument/2006/relationships/image" Target="../media/image157.png"/><Relationship Id="rId8" Type="http://schemas.openxmlformats.org/officeDocument/2006/relationships/image" Target="../media/image158.png"/><Relationship Id="rId9" Type="http://schemas.openxmlformats.org/officeDocument/2006/relationships/image" Target="../media/image159.png"/><Relationship Id="rId10" Type="http://schemas.openxmlformats.org/officeDocument/2006/relationships/image" Target="../media/image160.png"/><Relationship Id="rId11" Type="http://schemas.openxmlformats.org/officeDocument/2006/relationships/image" Target="../media/image161.png"/><Relationship Id="rId12" Type="http://schemas.openxmlformats.org/officeDocument/2006/relationships/image" Target="../media/image162.png"/><Relationship Id="rId13" Type="http://schemas.openxmlformats.org/officeDocument/2006/relationships/image" Target="../media/image1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63.png"/><Relationship Id="rId4" Type="http://schemas.openxmlformats.org/officeDocument/2006/relationships/image" Target="../media/image164.jpeg"/><Relationship Id="rId5" Type="http://schemas.openxmlformats.org/officeDocument/2006/relationships/image" Target="../media/image165.jpeg"/><Relationship Id="rId6" Type="http://schemas.openxmlformats.org/officeDocument/2006/relationships/image" Target="../media/image166.jpeg"/><Relationship Id="rId7" Type="http://schemas.openxmlformats.org/officeDocument/2006/relationships/image" Target="../media/image167.jpeg"/><Relationship Id="rId8" Type="http://schemas.openxmlformats.org/officeDocument/2006/relationships/image" Target="../media/image168.jpeg"/><Relationship Id="rId9" Type="http://schemas.openxmlformats.org/officeDocument/2006/relationships/image" Target="../media/image169.jpeg"/><Relationship Id="rId10" Type="http://schemas.openxmlformats.org/officeDocument/2006/relationships/image" Target="../media/image170.jpeg"/><Relationship Id="rId11" Type="http://schemas.openxmlformats.org/officeDocument/2006/relationships/image" Target="../media/image171.jpeg"/><Relationship Id="rId12" Type="http://schemas.openxmlformats.org/officeDocument/2006/relationships/image" Target="../media/image172.jpeg"/><Relationship Id="rId13" Type="http://schemas.openxmlformats.org/officeDocument/2006/relationships/image" Target="../media/image173.jpeg"/><Relationship Id="rId14" Type="http://schemas.openxmlformats.org/officeDocument/2006/relationships/image" Target="../media/image174.gif"/><Relationship Id="rId15" Type="http://schemas.openxmlformats.org/officeDocument/2006/relationships/image" Target="../media/image175.png"/><Relationship Id="rId16" Type="http://schemas.openxmlformats.org/officeDocument/2006/relationships/image" Target="../media/image176.png"/><Relationship Id="rId17" Type="http://schemas.openxmlformats.org/officeDocument/2006/relationships/image" Target="../media/image177.png"/><Relationship Id="rId18" Type="http://schemas.openxmlformats.org/officeDocument/2006/relationships/image" Target="../media/image178.png"/><Relationship Id="rId19" Type="http://schemas.openxmlformats.org/officeDocument/2006/relationships/image" Target="../media/image179.png"/><Relationship Id="rId20" Type="http://schemas.openxmlformats.org/officeDocument/2006/relationships/image" Target="../media/image18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image" Target="../media/image181.jpeg"/><Relationship Id="rId4" Type="http://schemas.openxmlformats.org/officeDocument/2006/relationships/image" Target="../media/image182.jpeg"/><Relationship Id="rId5" Type="http://schemas.openxmlformats.org/officeDocument/2006/relationships/image" Target="../media/image183.jpeg"/><Relationship Id="rId6" Type="http://schemas.openxmlformats.org/officeDocument/2006/relationships/image" Target="../media/image184.jpeg"/><Relationship Id="rId7" Type="http://schemas.openxmlformats.org/officeDocument/2006/relationships/image" Target="../media/image185.jpeg"/><Relationship Id="rId8" Type="http://schemas.openxmlformats.org/officeDocument/2006/relationships/image" Target="../media/image18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8A09E8-C418-49B2-BBFC-563BFE4680C3}"/>
              </a:ext>
            </a:extLst>
          </p:cNvPr>
          <p:cNvSpPr/>
          <p:nvPr/>
        </p:nvSpPr>
        <p:spPr>
          <a:xfrm>
            <a:off x="8146560" y="1370765"/>
            <a:ext cx="3493547" cy="108746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object 6"/>
          <p:cNvSpPr/>
          <p:nvPr/>
        </p:nvSpPr>
        <p:spPr>
          <a:xfrm>
            <a:off x="8763795" y="1547841"/>
            <a:ext cx="2265401" cy="742128"/>
          </a:xfrm>
          <a:prstGeom prst="rect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0"/>
          <p:cNvSpPr/>
          <p:nvPr/>
        </p:nvSpPr>
        <p:spPr>
          <a:xfrm>
            <a:off x="4349227" y="1086259"/>
            <a:ext cx="3493547" cy="1656483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/>
          <p:cNvSpPr/>
          <p:nvPr/>
        </p:nvSpPr>
        <p:spPr>
          <a:xfrm>
            <a:off x="4349227" y="4111310"/>
            <a:ext cx="3493547" cy="1664379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2"/>
          <p:cNvSpPr/>
          <p:nvPr/>
        </p:nvSpPr>
        <p:spPr>
          <a:xfrm>
            <a:off x="551893" y="4337760"/>
            <a:ext cx="3493547" cy="1211481"/>
          </a:xfrm>
          <a:prstGeom prst="rect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74" name="Picture 2" descr="Coca-Cola Logo History - Evolution of The Company Logo | Coca-Cola India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46560" y="4274961"/>
            <a:ext cx="3493547" cy="133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1893" y="1470140"/>
            <a:ext cx="3493547" cy="88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106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8" name="Picture 8" descr="Hexaware joins hands with Germany&amp;#39;s IKOR to develop insurance platform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73280" y="1040251"/>
            <a:ext cx="1746773" cy="738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HP Logo and Tagline -"/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939" t="11402" r="13620" b="9575"/>
          <a:stretch/>
        </p:blipFill>
        <p:spPr bwMode="auto">
          <a:xfrm>
            <a:off x="586550" y="4744640"/>
            <a:ext cx="1525567" cy="140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AstraZeneca - Research-Based BioPharmaceutical Company"/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75947" y="3064709"/>
            <a:ext cx="1746773" cy="72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69280" y="1004942"/>
            <a:ext cx="1746773" cy="809449"/>
          </a:xfrm>
          <a:prstGeom prst="rect">
            <a:avLst/>
          </a:prstGeom>
        </p:spPr>
      </p:pic>
      <p:pic>
        <p:nvPicPr>
          <p:cNvPr id="5134" name="Picture 14" descr="United Technologies Announces Intention to Separate Into Three Independent  Companies | 2018-11-27 | SDM Magazine"/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75947" y="1032689"/>
            <a:ext cx="1746773" cy="753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 descr="Capgemini Logo"/>
          <p:cNvPicPr>
            <a:picLocks noChangeAspect="1" noChangeArrowheads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988" b="22418"/>
          <a:stretch/>
        </p:blipFill>
        <p:spPr bwMode="auto">
          <a:xfrm>
            <a:off x="6171947" y="3093682"/>
            <a:ext cx="1746773" cy="670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8" name="Picture 18" descr="Did the Symantec Logo Cost 1.28 Billion? – Logocurio.us"/>
          <p:cNvPicPr>
            <a:picLocks noChangeAspect="1" noChangeArrowheads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070613" y="3093682"/>
            <a:ext cx="1746773" cy="670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0" name="Picture 20" descr="EY launches enhanced global payroll technology service to address evolving  business landscape"/>
          <p:cNvPicPr>
            <a:picLocks noChangeAspect="1" noChangeArrowheads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487171" y="4742832"/>
            <a:ext cx="1521657" cy="1411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2" name="Picture 22" descr="Share Price of Xerox India - Buy Sell Xerox India Limited Unlisted Shares"/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21447" y="4796829"/>
            <a:ext cx="1647773" cy="1303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Tata Consultancy Services Ltd-Maharashtra - Company CSR Profile"/>
          <p:cNvPicPr>
            <a:picLocks noChangeAspect="1" noChangeArrowheads="1"/>
          </p:cNvPicPr>
          <p:nvPr/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374613" y="1021067"/>
            <a:ext cx="1746773" cy="777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Infoview Technologies Pvt Limited Office Photos | Glassdoor"/>
          <p:cNvPicPr>
            <a:picLocks noChangeAspect="1" noChangeArrowheads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7995" b="36450"/>
          <a:stretch/>
        </p:blipFill>
        <p:spPr bwMode="auto">
          <a:xfrm>
            <a:off x="8070613" y="1024130"/>
            <a:ext cx="1746773" cy="771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Nittany Creative Services :: Home :: Artwork,Order Entry,Offshore Graphics  designinig,India Artwork,India Publishing ServicesCreative Artwork  India,Embroidery Digitizing, CMS and SEO"/>
          <p:cNvPicPr>
            <a:picLocks noChangeAspect="1" noChangeArrowheads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374613" y="3040991"/>
            <a:ext cx="1746773" cy="77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 descr="Anand IT Park (@park_anand) / Twitter"/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14024" y="4715690"/>
            <a:ext cx="1465286" cy="146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Petrofac Engineering India Reviews by 163 Employees | AmbitionBox"/>
          <p:cNvPicPr>
            <a:picLocks noChangeAspect="1" noChangeArrowheads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73280" y="3080609"/>
            <a:ext cx="1746773" cy="696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2" descr="Alcatel Lucent | Brands of the World™ | Download vector logos and logotypes"/>
          <p:cNvPicPr>
            <a:picLocks noChangeAspect="1" noChangeArrowheads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89288" y="4737114"/>
            <a:ext cx="1509424" cy="142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59592BB-E412-4FEE-A28C-F5728F4F6892}"/>
              </a:ext>
            </a:extLst>
          </p:cNvPr>
          <p:cNvSpPr/>
          <p:nvPr/>
        </p:nvSpPr>
        <p:spPr>
          <a:xfrm>
            <a:off x="10092718" y="3127768"/>
            <a:ext cx="1553241" cy="6024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418E2E-59BF-33EF-C6FB-F6B6E497E2C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69280" y="3137231"/>
            <a:ext cx="1746773" cy="593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C7A249-661E-46CB-8FC8-7E174F190D3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11467" y="4714244"/>
            <a:ext cx="1462399" cy="14681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0DA226-4787-4551-9290-8DC4BD2740F5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16599" t="35562" r="17365" b="35950"/>
          <a:stretch/>
        </p:blipFill>
        <p:spPr>
          <a:xfrm>
            <a:off x="6171947" y="1032883"/>
            <a:ext cx="1746773" cy="75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37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04736" y="5287742"/>
            <a:ext cx="2096128" cy="826016"/>
          </a:xfrm>
          <a:prstGeom prst="rect">
            <a:avLst/>
          </a:prstGeom>
        </p:spPr>
      </p:pic>
      <p:pic>
        <p:nvPicPr>
          <p:cNvPr id="13316" name="Picture 4" descr="Olam – Logos Download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30336" y="2352090"/>
            <a:ext cx="2096128" cy="639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26336" y="3969802"/>
            <a:ext cx="2096128" cy="432896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7936" y="3975230"/>
            <a:ext cx="2096128" cy="422039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87136" y="2309657"/>
            <a:ext cx="2096128" cy="724187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8736" y="2332344"/>
            <a:ext cx="2096128" cy="678813"/>
          </a:xfrm>
          <a:prstGeom prst="rect">
            <a:avLst/>
          </a:prstGeom>
        </p:spPr>
      </p:pic>
      <p:pic>
        <p:nvPicPr>
          <p:cNvPr id="15362" name="Picture 2" descr="Ajuba Inspired people. Inspiring results. Trademark Detail | Zauba Corp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1136" y="5314169"/>
            <a:ext cx="2096128" cy="773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Freight Systems | LinkedIn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948849" y="5144677"/>
            <a:ext cx="1737502" cy="1112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31CE5A0-BF06-72C5-3AD2-8FE9C71272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69536" y="3911184"/>
            <a:ext cx="2096128" cy="55013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7DD50D2-9D68-455C-8CE3-832A07A47133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26336" y="5248644"/>
            <a:ext cx="2096128" cy="9042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631A65-CFCA-4438-9006-EE75E1682AD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65536" y="2245155"/>
            <a:ext cx="2096128" cy="8531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A7BA48-A8DD-49AE-AB35-A76F6178E3F2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t="14728" b="28947"/>
          <a:stretch/>
        </p:blipFill>
        <p:spPr>
          <a:xfrm>
            <a:off x="5047936" y="5370172"/>
            <a:ext cx="2096128" cy="661155"/>
          </a:xfrm>
          <a:prstGeom prst="rect">
            <a:avLst/>
          </a:prstGeom>
        </p:spPr>
      </p:pic>
      <p:pic>
        <p:nvPicPr>
          <p:cNvPr id="1032" name="Picture 8" descr="Zoho Launches Zoho Payroll, a Comprehensive Solution That Simplifies  Payroll Processing and Compliance for Businesses in the United States">
            <a:extLst>
              <a:ext uri="{FF2B5EF4-FFF2-40B4-BE49-F238E27FC236}">
                <a16:creationId xmlns:a16="http://schemas.microsoft.com/office/drawing/2014/main" id="{0F77FA93-EDAC-45F9-8A44-FF0F33B71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856" y="665778"/>
            <a:ext cx="1965887" cy="982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39978D-D190-4610-BB09-E4EB1474863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58693" y="606097"/>
            <a:ext cx="1753014" cy="110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803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7565D52-0FF3-4B2D-A531-CE2FA1019C6A}"/>
              </a:ext>
            </a:extLst>
          </p:cNvPr>
          <p:cNvSpPr/>
          <p:nvPr/>
        </p:nvSpPr>
        <p:spPr>
          <a:xfrm>
            <a:off x="6187136" y="3943348"/>
            <a:ext cx="2096128" cy="4858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198" name="Picture 6" descr="PM126YH-ZB09 230/50-60 - Parker 2-Way Normally Closed, 1/4&amp;quot; General Purpose  Solenoid Valves | Parker NA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91136" y="774993"/>
            <a:ext cx="2096128" cy="764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Hitachi Vantara - Data Storage and Analytics, DataOps, IoT, Cloud,  Consulting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55336" y="2169716"/>
            <a:ext cx="1924528" cy="1004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Chennai Micro Prints in Thiruverkadu, Chennai-600077 | Sulekha Chennai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77076" y="2197633"/>
            <a:ext cx="2037849" cy="948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Case Study Wrestling Canada – Epic Branding &amp;amp; Design - Epic Branding &amp;amp;  Design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26336" y="845922"/>
            <a:ext cx="2096128" cy="62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HCL Technologies - YouTube"/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3034" b="24030"/>
          <a:stretch/>
        </p:blipFill>
        <p:spPr bwMode="auto">
          <a:xfrm>
            <a:off x="9604736" y="2349482"/>
            <a:ext cx="2096128" cy="64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0" descr="Andrew Industries Ltd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1136" y="2233469"/>
            <a:ext cx="2096128" cy="876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Indira Gandhi Centre for Atomic Research - Wikipedia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4859" y="5034370"/>
            <a:ext cx="1402282" cy="133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4" descr="7 Storeys Office Building for Brandix Apparel Ltd | Construction Project  Management Company | LAN Management Development Service"/>
          <p:cNvPicPr>
            <a:picLocks noChangeAspect="1" noChangeArrowheads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280" b="18172"/>
          <a:stretch/>
        </p:blipFill>
        <p:spPr bwMode="auto">
          <a:xfrm>
            <a:off x="1630336" y="3762833"/>
            <a:ext cx="2096128" cy="84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6" descr="Emami - Wikipedia"/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7334" y="5034370"/>
            <a:ext cx="1323733" cy="1332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ETRONASH - Artzspan"/>
          <p:cNvPicPr>
            <a:picLocks noChangeAspect="1" noChangeArrowheads="1"/>
          </p:cNvPicPr>
          <p:nvPr/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326336" y="2292835"/>
            <a:ext cx="2096128" cy="75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Interplex Precision Technology (Singapore) Pte Ltd | SPE Industrial Power  Network"/>
          <p:cNvPicPr>
            <a:picLocks noChangeAspect="1" noChangeArrowheads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604736" y="873233"/>
            <a:ext cx="2096128" cy="568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Getrag Logo - LogoDix"/>
          <p:cNvPicPr>
            <a:picLocks noChangeAspect="1" noChangeArrowheads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3733" b="29199"/>
          <a:stretch/>
        </p:blipFill>
        <p:spPr bwMode="auto">
          <a:xfrm>
            <a:off x="6187136" y="3980706"/>
            <a:ext cx="2096128" cy="419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00777" y="5034370"/>
            <a:ext cx="1347245" cy="13327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65536" y="3941123"/>
            <a:ext cx="2096128" cy="490254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456577A3-2828-4897-AD4B-623D5277B7E7}"/>
              </a:ext>
            </a:extLst>
          </p:cNvPr>
          <p:cNvSpPr/>
          <p:nvPr/>
        </p:nvSpPr>
        <p:spPr>
          <a:xfrm>
            <a:off x="9604736" y="5434966"/>
            <a:ext cx="2096128" cy="5315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8955" y="5563923"/>
            <a:ext cx="1647689" cy="27365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879E83F-9F0B-44F4-B116-8640112BD84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84416" y="5183072"/>
            <a:ext cx="1866368" cy="103535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1571C0D-9210-4E45-89EA-4613ECE6785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47936" y="826253"/>
            <a:ext cx="2096128" cy="66199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96941B3-9542-477F-959E-53668892B534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1557" y="635579"/>
            <a:ext cx="1852085" cy="10433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10A0AF-E6FC-4F27-97CA-69A50A2A5929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t="32761" b="32653"/>
          <a:stretch/>
        </p:blipFill>
        <p:spPr>
          <a:xfrm>
            <a:off x="3908736" y="3759058"/>
            <a:ext cx="2096128" cy="85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21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me - MEPZ Special Economic Zone">
            <a:extLst>
              <a:ext uri="{FF2B5EF4-FFF2-40B4-BE49-F238E27FC236}">
                <a16:creationId xmlns:a16="http://schemas.microsoft.com/office/drawing/2014/main" id="{AA923F84-8611-4778-91C4-5D8A7A30D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764" y="672511"/>
            <a:ext cx="2184473" cy="147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39AB13E-EBAF-4E7F-87BD-B93D53118A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262" r="22288"/>
          <a:stretch/>
        </p:blipFill>
        <p:spPr>
          <a:xfrm>
            <a:off x="2376539" y="4559827"/>
            <a:ext cx="1742923" cy="177701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F03F0F4-AC55-40ED-924F-92F323D2CDB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813" t="14316" r="12000" b="13684"/>
          <a:stretch/>
        </p:blipFill>
        <p:spPr>
          <a:xfrm>
            <a:off x="6590942" y="2562371"/>
            <a:ext cx="1858117" cy="17332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5105A1-02D5-4B5A-B08A-A88175C1D26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4414" b="24831"/>
          <a:stretch>
            <a:fillRect/>
          </a:stretch>
        </p:blipFill>
        <p:spPr>
          <a:xfrm>
            <a:off x="3507622" y="2769319"/>
            <a:ext cx="2328757" cy="13193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1F3BB5-7012-4FD8-B967-94EC55C26DC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5547" b="22050"/>
          <a:stretch>
            <a:fillRect/>
          </a:stretch>
        </p:blipFill>
        <p:spPr>
          <a:xfrm>
            <a:off x="7633920" y="931113"/>
            <a:ext cx="2620160" cy="9571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AF054C1-4AAA-4C47-849D-49C5CBCEBD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5920" y="4945260"/>
            <a:ext cx="2620160" cy="100614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2AF3645-6A77-4FCB-88E6-5BBC97206B4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339" r="7178"/>
          <a:stretch>
            <a:fillRect/>
          </a:stretch>
        </p:blipFill>
        <p:spPr>
          <a:xfrm>
            <a:off x="513920" y="2832964"/>
            <a:ext cx="2620160" cy="1192071"/>
          </a:xfrm>
          <a:prstGeom prst="rect">
            <a:avLst/>
          </a:prstGeom>
        </p:spPr>
      </p:pic>
      <p:pic>
        <p:nvPicPr>
          <p:cNvPr id="2" name="Picture 2" descr="Homworks - India’s Only End To End Interior Design Agency to Bringing Your  Dream Home Into Reality">
            <a:extLst>
              <a:ext uri="{FF2B5EF4-FFF2-40B4-BE49-F238E27FC236}">
                <a16:creationId xmlns:a16="http://schemas.microsoft.com/office/drawing/2014/main" id="{ED1E2F2E-2739-C240-3A43-E96F3265B0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10" t="14188" r="18516" b="9907"/>
          <a:stretch>
            <a:fillRect/>
          </a:stretch>
        </p:blipFill>
        <p:spPr bwMode="auto">
          <a:xfrm>
            <a:off x="9279979" y="2688988"/>
            <a:ext cx="2176042" cy="148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CABDCA-6CB6-3433-91F3-957DAF3AB12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85920" y="1039076"/>
            <a:ext cx="2620160" cy="741182"/>
          </a:xfrm>
          <a:prstGeom prst="rect">
            <a:avLst/>
          </a:prstGeom>
        </p:spPr>
      </p:pic>
      <p:pic>
        <p:nvPicPr>
          <p:cNvPr id="1028" name="Picture 4" descr="Mongol Refinery | LinkedIn">
            <a:extLst>
              <a:ext uri="{FF2B5EF4-FFF2-40B4-BE49-F238E27FC236}">
                <a16:creationId xmlns:a16="http://schemas.microsoft.com/office/drawing/2014/main" id="{AB1F3A03-3F8F-F541-D9ED-6901A066B8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4" t="30748" r="12079" b="34656"/>
          <a:stretch>
            <a:fillRect/>
          </a:stretch>
        </p:blipFill>
        <p:spPr bwMode="auto">
          <a:xfrm>
            <a:off x="7633920" y="4867596"/>
            <a:ext cx="2620160" cy="116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0562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BF5E07-6237-4882-AB14-BA5DC9F604A3}"/>
              </a:ext>
            </a:extLst>
          </p:cNvPr>
          <p:cNvSpPr/>
          <p:nvPr/>
        </p:nvSpPr>
        <p:spPr>
          <a:xfrm>
            <a:off x="8174965" y="4823595"/>
            <a:ext cx="3436737" cy="12494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2" descr="Ashok Leyland logo and symbol, meaning, history, PNG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2342" b="19676"/>
          <a:stretch/>
        </p:blipFill>
        <p:spPr bwMode="auto">
          <a:xfrm>
            <a:off x="8382181" y="4900709"/>
            <a:ext cx="3022303" cy="1095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Nissan for sale, used Nissan | GPA"/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974" t="8821"/>
          <a:stretch/>
        </p:blipFill>
        <p:spPr bwMode="auto">
          <a:xfrm>
            <a:off x="5091741" y="4559827"/>
            <a:ext cx="2008517" cy="177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Minda Industries Ltd: Fundamental Analysis - Dr Vijay Malik"/>
          <p:cNvPicPr>
            <a:picLocks noChangeAspect="1" noChangeArrowheads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921" t="8328" r="13991" b="18691"/>
          <a:stretch/>
        </p:blipFill>
        <p:spPr bwMode="auto">
          <a:xfrm>
            <a:off x="945664" y="2635556"/>
            <a:ext cx="2706005" cy="158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Madras Rubber Factory Limited-Tamil Nadu - Company CSR Profile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06950" y="2540493"/>
            <a:ext cx="1572766" cy="177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File:Ford logo flat.svg - Wikimedia Commons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23093" y="767950"/>
            <a:ext cx="3345813" cy="1283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Kubs Safes And Locks Pvt Ltd - Staff Locker Manufacturers in Kanchipuram -  Justdial"/>
          <p:cNvPicPr>
            <a:picLocks noChangeAspect="1" noChangeArrowheads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902" t="21414" r="8798" b="13501"/>
          <a:stretch/>
        </p:blipFill>
        <p:spPr bwMode="auto">
          <a:xfrm>
            <a:off x="551893" y="4873636"/>
            <a:ext cx="3493547" cy="114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Apollo Tyres logo - Tire Review Magazine">
            <a:extLst>
              <a:ext uri="{FF2B5EF4-FFF2-40B4-BE49-F238E27FC236}">
                <a16:creationId xmlns:a16="http://schemas.microsoft.com/office/drawing/2014/main" id="{C6158B55-0669-4815-B983-97A5BF795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714" y="2696357"/>
            <a:ext cx="2930572" cy="146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7151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79972C-0180-4F5D-8CCC-A1E85D40DF57}"/>
              </a:ext>
            </a:extLst>
          </p:cNvPr>
          <p:cNvSpPr/>
          <p:nvPr/>
        </p:nvSpPr>
        <p:spPr>
          <a:xfrm>
            <a:off x="8162315" y="1227680"/>
            <a:ext cx="120949" cy="363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7BE63C-4B14-401B-A123-6877BECFB757}"/>
              </a:ext>
            </a:extLst>
          </p:cNvPr>
          <p:cNvSpPr/>
          <p:nvPr/>
        </p:nvSpPr>
        <p:spPr>
          <a:xfrm>
            <a:off x="9604736" y="5049485"/>
            <a:ext cx="2096128" cy="7976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2CEA04-A80A-4325-AD5D-205BDBC78B71}"/>
              </a:ext>
            </a:extLst>
          </p:cNvPr>
          <p:cNvSpPr/>
          <p:nvPr/>
        </p:nvSpPr>
        <p:spPr>
          <a:xfrm>
            <a:off x="491136" y="5063757"/>
            <a:ext cx="2096128" cy="76915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44" name="Picture 4" descr="PPG Asian Paints achieves Compliance with Digital Signature and EDI  solution - symtrax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370" t="37254" r="24236" b="36079"/>
          <a:stretch/>
        </p:blipFill>
        <p:spPr bwMode="auto">
          <a:xfrm>
            <a:off x="7326336" y="2885193"/>
            <a:ext cx="2096128" cy="1087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Berger Paints Emirates | ProTenders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381" t="13627" r="4787" b="11805"/>
          <a:stretch/>
        </p:blipFill>
        <p:spPr bwMode="auto">
          <a:xfrm>
            <a:off x="9604736" y="3079854"/>
            <a:ext cx="2096128" cy="698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2115" y="5141863"/>
            <a:ext cx="1594787" cy="6094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820A29-0E5B-C770-0DAC-03E4839E592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8014" t="8679" r="51698" b="11961"/>
          <a:stretch/>
        </p:blipFill>
        <p:spPr>
          <a:xfrm>
            <a:off x="1309365" y="5187077"/>
            <a:ext cx="1202893" cy="518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326B7B-AE06-4ED3-8460-9AD64D19814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7061" b="25566"/>
          <a:stretch/>
        </p:blipFill>
        <p:spPr>
          <a:xfrm>
            <a:off x="5047936" y="2932497"/>
            <a:ext cx="2096128" cy="9930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B39AB7-17E8-43F0-889F-627D74FCA5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960" y="5258580"/>
            <a:ext cx="763405" cy="3747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E1E33D-7925-4B07-AE78-26631C49E9A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7136" y="1227680"/>
            <a:ext cx="1982893" cy="3639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FDEEA7-729A-4227-83FD-5F498E83263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08736" y="810773"/>
            <a:ext cx="2096128" cy="11977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BD7ECB-7F34-4442-8B9F-7CECA8AD84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136" y="2856702"/>
            <a:ext cx="2096128" cy="11445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575167-F943-4DC9-AECA-32BE4F574CB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91641" y="4647548"/>
            <a:ext cx="1608719" cy="16015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C1EEDFB-C0DA-4530-ABEA-49FC1C87841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06805" y="4741128"/>
            <a:ext cx="1821589" cy="14144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C47AD34-0C5B-4316-A769-4BB1BE9B0C12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26611" t="13900" r="15947" b="22271"/>
          <a:stretch/>
        </p:blipFill>
        <p:spPr>
          <a:xfrm>
            <a:off x="7531919" y="4683783"/>
            <a:ext cx="1684962" cy="15291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D70E8B5-55DA-4F3A-B39F-3193AE2B796D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20416" t="33026" r="21023" b="31130"/>
          <a:stretch/>
        </p:blipFill>
        <p:spPr>
          <a:xfrm>
            <a:off x="2791763" y="2801104"/>
            <a:ext cx="2051674" cy="125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121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14" descr="Stock Pick: Tamil Nadu Newsprint &amp;amp; Papers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630336" y="3073622"/>
            <a:ext cx="2096128" cy="710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8" descr="About ITC Ltd. | How ITC makes Money? | ITC Business Model"/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106" t="3405" r="19443" b="10672"/>
          <a:stretch/>
        </p:blipFill>
        <p:spPr bwMode="auto">
          <a:xfrm>
            <a:off x="7571830" y="607096"/>
            <a:ext cx="1605140" cy="1605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Taiheiyo Promac Engineering Private Limited - Promac | Company, Contact  Details, Directors, Email id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65536" y="3072658"/>
            <a:ext cx="2096128" cy="712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olcim Lanka&amp;#39;s Sustainable environmental practices positively impact the  local community - BIODIVERSITY SRI LANKA"/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91136" y="937179"/>
            <a:ext cx="2096128" cy="94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VKM - BIOTEK | Merck Microlab300 | Microlab 400 | Medonic Hematology  Analyser | Stago">
            <a:extLst>
              <a:ext uri="{FF2B5EF4-FFF2-40B4-BE49-F238E27FC236}">
                <a16:creationId xmlns:a16="http://schemas.microsoft.com/office/drawing/2014/main" id="{2B3E0732-35B4-7CC9-86E8-0369CCE81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04736" y="912508"/>
            <a:ext cx="2096128" cy="994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079417A-82D6-480A-9059-89974F680267}"/>
              </a:ext>
            </a:extLst>
          </p:cNvPr>
          <p:cNvSpPr/>
          <p:nvPr/>
        </p:nvSpPr>
        <p:spPr>
          <a:xfrm>
            <a:off x="3908736" y="3073134"/>
            <a:ext cx="2096128" cy="7117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10" descr="Tridon – Let&amp;#39;s Roll">
            <a:extLst>
              <a:ext uri="{FF2B5EF4-FFF2-40B4-BE49-F238E27FC236}">
                <a16:creationId xmlns:a16="http://schemas.microsoft.com/office/drawing/2014/main" id="{9F3DF7E1-457A-4461-6FDB-86772B265B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1121" b="32064"/>
          <a:stretch/>
        </p:blipFill>
        <p:spPr bwMode="auto">
          <a:xfrm>
            <a:off x="4089939" y="3082500"/>
            <a:ext cx="1737281" cy="639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Dr. Reddy&amp;#39;s Laboratories share price: Buy Dr. Reddy&amp;#39;s Laboratories, target  price Rs 5150: ICICI Direct - The Economic Times">
            <a:extLst>
              <a:ext uri="{FF2B5EF4-FFF2-40B4-BE49-F238E27FC236}">
                <a16:creationId xmlns:a16="http://schemas.microsoft.com/office/drawing/2014/main" id="{5EE02F35-DFAE-1F02-F100-DE3CBCF21F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047936" y="809907"/>
            <a:ext cx="2096128" cy="1199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D038C0-81D0-E07E-23F8-C599476CBC4B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749" b="9343"/>
          <a:stretch/>
        </p:blipFill>
        <p:spPr>
          <a:xfrm>
            <a:off x="5047936" y="4869749"/>
            <a:ext cx="2096128" cy="11571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2AE934-F971-49E7-9740-566F2117FF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15030" y="607097"/>
            <a:ext cx="1605140" cy="16051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6364B5-1D27-40EF-84FE-AA9C6E289B8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15678" b="17294"/>
          <a:stretch/>
        </p:blipFill>
        <p:spPr>
          <a:xfrm>
            <a:off x="6187136" y="3036114"/>
            <a:ext cx="2096128" cy="78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96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NDIA Infoline, Nikol Gam - Share Brokers in Ahmedabad - Justdial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65536" y="863534"/>
            <a:ext cx="2096128" cy="1092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S Ghaziabad PGDM Placement Success Storie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908736" y="989223"/>
            <a:ext cx="2096128" cy="84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BN AMRO Ventures Invests in Fenergo | Financial IT"/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047936" y="3071969"/>
            <a:ext cx="2096128" cy="714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oronavirus: L&amp;amp;T to take care of food, hygiene needs of its 3 lakh contract  workers - BusinessToday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06439" y="746966"/>
            <a:ext cx="1943922" cy="132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 descr="Agility to source Covid-19 medical supplies and services – Mediworld Middle  East"/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69536" y="5017095"/>
            <a:ext cx="2096128" cy="86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Oriental Bank of Commerce | BANK EXAM PORTAL : IBPS, SBI, PO, Clerk, IPPB,  Bank Jobs Aspirants Community.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56229" y="4746810"/>
            <a:ext cx="1836342" cy="140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TAFE | Tractors and Farm Equipments | Corporate | Download Centre"/>
          <p:cNvPicPr>
            <a:picLocks noChangeAspect="1" noChangeArrowheads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604736" y="2903998"/>
            <a:ext cx="2096128" cy="1050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Giesecke+Devrient GmbH Logo Vector - (.SVG + .PNG) - SearchVectorLogo.Com"/>
          <p:cNvPicPr>
            <a:picLocks noChangeAspect="1" noChangeArrowheads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3839" b="28251"/>
          <a:stretch/>
        </p:blipFill>
        <p:spPr bwMode="auto">
          <a:xfrm>
            <a:off x="2769536" y="3150035"/>
            <a:ext cx="2096128" cy="557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Transtejo Soflusa | Alteração de horário de atendimento | 27 abr."/>
          <p:cNvPicPr>
            <a:picLocks noChangeAspect="1" noChangeArrowheads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326336" y="2854843"/>
            <a:ext cx="2096128" cy="1148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Logos | Engineers India Ltd"/>
          <p:cNvPicPr>
            <a:picLocks noChangeAspect="1" noChangeArrowheads="1"/>
          </p:cNvPicPr>
          <p:nvPr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187136" y="906596"/>
            <a:ext cx="2096128" cy="1006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 descr="Contact Sysveda Information Technology | Sysveda Information Technology"/>
          <p:cNvPicPr>
            <a:picLocks noChangeAspect="1" noChangeArrowheads="1"/>
          </p:cNvPicPr>
          <p:nvPr/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63327" y="4788289"/>
            <a:ext cx="1951745" cy="1320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Cognizant (CTS) jobs, Interviews, Recruitment drives and CTS Job Offers"/>
          <p:cNvPicPr>
            <a:picLocks noChangeAspect="1" noChangeArrowheads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1218"/>
          <a:stretch/>
        </p:blipFill>
        <p:spPr bwMode="auto">
          <a:xfrm>
            <a:off x="9801033" y="4692119"/>
            <a:ext cx="1703534" cy="1512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727BC83-D279-4E6A-BA98-1B775B6E45ED}"/>
              </a:ext>
            </a:extLst>
          </p:cNvPr>
          <p:cNvSpPr/>
          <p:nvPr/>
        </p:nvSpPr>
        <p:spPr>
          <a:xfrm>
            <a:off x="5065825" y="4823081"/>
            <a:ext cx="2060350" cy="12505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29384" y="4839892"/>
            <a:ext cx="1630647" cy="1155042"/>
          </a:xfrm>
          <a:prstGeom prst="rect">
            <a:avLst/>
          </a:prstGeom>
        </p:spPr>
      </p:pic>
      <p:pic>
        <p:nvPicPr>
          <p:cNvPr id="12294" name="Picture 6" descr="Clients"/>
          <p:cNvPicPr>
            <a:picLocks noChangeAspect="1" noChangeArrowheads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91136" y="3095273"/>
            <a:ext cx="2096128" cy="667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1088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36529D-28DE-401F-A36D-C946C498B4C1}"/>
              </a:ext>
            </a:extLst>
          </p:cNvPr>
          <p:cNvSpPr/>
          <p:nvPr/>
        </p:nvSpPr>
        <p:spPr>
          <a:xfrm>
            <a:off x="3908736" y="4383921"/>
            <a:ext cx="2096128" cy="11196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76" name="Picture 4" descr="MF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08736" y="4383399"/>
            <a:ext cx="2034279" cy="1115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4" descr="Taj Exotica Resort And Spa - Maldives | Maldives Hotels | Maldives vacation  deals | Maldives packages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69536" y="1161183"/>
            <a:ext cx="2096128" cy="1506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47936" y="1384646"/>
            <a:ext cx="2096128" cy="1059709"/>
          </a:xfrm>
          <a:prstGeom prst="rect">
            <a:avLst/>
          </a:prstGeom>
        </p:spPr>
      </p:pic>
      <p:pic>
        <p:nvPicPr>
          <p:cNvPr id="8195" name="Picture 3" descr="https://lh6.googleusercontent.com/Uc5XbP_T8PfI0iFRJB6qupq__93bxTpiAeRori95n0l9sYV99A88jE0qIUHr931zG6gWDfA-1JhIC6q8nylM_JliiBV8e-Z81hoYIkXdd0sU55wyRAuPzXQXo5W5P2RDfjTXySJrvkwZgICzhgs"/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630336" y="4533802"/>
            <a:ext cx="2096128" cy="819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https://lh4.googleusercontent.com/BOb--3GFtSxmBdmbT22acQvNC6GovPC6YSXX0WIuQfMel9eNbyNJTljIIAjDyLIdxcHXVh338tTsiI2HNfgWJC4CqH9Zrt7nLOP9rFWDsoLMX6VLiRM5c0A5tBlEWGoCvJTF3TU6LrUVBs2iJmU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2284"/>
          <a:stretch/>
        </p:blipFill>
        <p:spPr bwMode="auto">
          <a:xfrm>
            <a:off x="7326336" y="1207272"/>
            <a:ext cx="2096128" cy="141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65536" y="4458948"/>
            <a:ext cx="2096128" cy="969104"/>
          </a:xfrm>
          <a:prstGeom prst="rect">
            <a:avLst/>
          </a:prstGeom>
        </p:spPr>
      </p:pic>
      <p:pic>
        <p:nvPicPr>
          <p:cNvPr id="8197" name="Picture 5" descr="Sun Pest Control Services - Clients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06371" y="893633"/>
            <a:ext cx="1892858" cy="2041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FE88A8-3402-2E1E-6038-F4F4F2648D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9586" y="897057"/>
            <a:ext cx="1899228" cy="20348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3F7B33-918D-451B-8807-4ACB8157D60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7136" y="4306656"/>
            <a:ext cx="2096128" cy="127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81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9D412B8-457F-4664-8520-15DC9814DB72}"/>
              </a:ext>
            </a:extLst>
          </p:cNvPr>
          <p:cNvSpPr/>
          <p:nvPr/>
        </p:nvSpPr>
        <p:spPr>
          <a:xfrm>
            <a:off x="746131" y="4554930"/>
            <a:ext cx="3105071" cy="13829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098" name="Picture 2" descr="iStore By Reliance Digital Logo Vector (.SVG) Free Download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01051" y="4752290"/>
            <a:ext cx="1928849" cy="1015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LIANCE MART - HYDERABAD Reviews, RELIANCE MART - HYDERABAD Stores,  Shopping Stores, Offers, Outlet Stores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61555" y="2771647"/>
            <a:ext cx="3266223" cy="1314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ontact of Reliance Trends customer service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5106" y="4535595"/>
            <a:ext cx="2756454" cy="142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LuLu set to open its largest hypermarket in Saudi Arabia - Saudi Gazette"/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508194" y="2793451"/>
            <a:ext cx="3378279" cy="1271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1BC5E1-5B83-D538-697C-79576232B3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5195" y="4535595"/>
            <a:ext cx="1421611" cy="14216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E03C96-F9C7-96FA-3BCA-F4139B5D1A30}"/>
              </a:ext>
            </a:extLst>
          </p:cNvPr>
          <p:cNvSpPr txBox="1"/>
          <p:nvPr/>
        </p:nvSpPr>
        <p:spPr>
          <a:xfrm>
            <a:off x="4311253" y="6017205"/>
            <a:ext cx="3569493" cy="3634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dirty="0" sz="1000"/>
              <a:t>PERIYAR BUS STAND SHOPPING COMPLEX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5951DA-96D0-4C1B-A843-4E8FD4C36C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6644" y="703097"/>
            <a:ext cx="3038713" cy="141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554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BA7E2AB-5F33-4F26-9012-46E497E273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251" t="17554" r="6826" b="10394"/>
          <a:stretch/>
        </p:blipFill>
        <p:spPr>
          <a:xfrm>
            <a:off x="2769536" y="4924969"/>
            <a:ext cx="2096128" cy="1046728"/>
          </a:xfrm>
          <a:prstGeom prst="rect">
            <a:avLst/>
          </a:prstGeom>
        </p:spPr>
      </p:pic>
      <p:pic>
        <p:nvPicPr>
          <p:cNvPr id="21" name="Picture 2" descr="McNab – Logo | Livewired Electrical">
            <a:extLst>
              <a:ext uri="{FF2B5EF4-FFF2-40B4-BE49-F238E27FC236}">
                <a16:creationId xmlns:a16="http://schemas.microsoft.com/office/drawing/2014/main" id="{C18619A4-CF92-4E8A-9113-247C4DF5E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336" y="3120388"/>
            <a:ext cx="2096128" cy="61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6081E13-DE90-41F5-9AF9-062215429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336" y="5138292"/>
            <a:ext cx="2096128" cy="620083"/>
          </a:xfrm>
          <a:prstGeom prst="rect">
            <a:avLst/>
          </a:prstGeom>
        </p:spPr>
      </p:pic>
      <p:pic>
        <p:nvPicPr>
          <p:cNvPr id="23" name="Picture 4" descr="Knox Private Hospital ...">
            <a:extLst>
              <a:ext uri="{FF2B5EF4-FFF2-40B4-BE49-F238E27FC236}">
                <a16:creationId xmlns:a16="http://schemas.microsoft.com/office/drawing/2014/main" id="{2C371D1D-A9C9-425C-9F04-7944B7508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430" y="607097"/>
            <a:ext cx="1605140" cy="160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BEDBDAC-8C09-445B-AEBB-8730483B90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336" y="847753"/>
            <a:ext cx="2096128" cy="1123828"/>
          </a:xfrm>
          <a:prstGeom prst="rect">
            <a:avLst/>
          </a:prstGeom>
        </p:spPr>
      </p:pic>
      <p:pic>
        <p:nvPicPr>
          <p:cNvPr id="2" name="Picture 2" descr="Greystar announces €725m close for ...">
            <a:extLst>
              <a:ext uri="{FF2B5EF4-FFF2-40B4-BE49-F238E27FC236}">
                <a16:creationId xmlns:a16="http://schemas.microsoft.com/office/drawing/2014/main" id="{49E81601-A6B3-457C-A349-E13F66844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736" y="3083220"/>
            <a:ext cx="2096128" cy="691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CEBCEA-778E-4824-96A1-BFF1503340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15030" y="607097"/>
            <a:ext cx="1605140" cy="16051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F07AF4-632C-4A5A-95BA-1EA7F7C812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7136" y="3019110"/>
            <a:ext cx="2096128" cy="8197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08976B-70E0-440F-9F45-9E86CA7334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50230" y="607097"/>
            <a:ext cx="1605140" cy="16051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0A50EE-5B50-46D0-BF6A-55F0B07391D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47936" y="5065608"/>
            <a:ext cx="2096128" cy="7654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AC4DAF-2B63-4B22-B735-DF719339F9F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1373" y="730092"/>
            <a:ext cx="1895654" cy="135914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754AA4F-FAEE-45C7-AFDF-676A5DD0718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71103" y="2664465"/>
            <a:ext cx="1684995" cy="152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460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 descr="https://lh6.googleusercontent.com/tKRZwIvmDgTF8tXY0CwFSXuzCSuNrX1ae42Va2GUL85YOot0vfh3TGgKuBBbbvTwF3jog_EvnGSDAnwTPXgLRJUEWw97bZLSVIbVSjsApfJcvq1Zfr-HWjE6LLl-tq5gbTcNLNUpzmZBFQXZ2yU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40" t="14467" r="3977" b="11559"/>
          <a:stretch/>
        </p:blipFill>
        <p:spPr bwMode="auto">
          <a:xfrm>
            <a:off x="9604736" y="875151"/>
            <a:ext cx="2096128" cy="1069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lh3.googleusercontent.com/NVjqXPyHH6vVb0adA9L1eYJDkMhMIvfvq_jcYWQg_dJEF5cOYnwicCA5V_KJytFTh1YHvTf7DHn_9aCnZ1USKrVdveJ0RTJI63LB0UXeNi4spRIZ82xDbVpwMJj2alPXVgBBQFt03UpVwy3DMY4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30336" y="5157009"/>
            <a:ext cx="2096128" cy="582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7BC3EB8-69A3-4BC3-8808-DE68A25E35E7}"/>
              </a:ext>
            </a:extLst>
          </p:cNvPr>
          <p:cNvSpPr/>
          <p:nvPr/>
        </p:nvSpPr>
        <p:spPr>
          <a:xfrm>
            <a:off x="2769536" y="2955442"/>
            <a:ext cx="2096128" cy="10373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149" name="Picture 5" descr="https://lh4.googleusercontent.com/V9SPv5JqiDBkB0ei0N8j_JA-ZYXeUed4nsjgGgclwxCvZLyvo5-qXp_0am5yQLeoChwo0GnSOdO9_F1Utn_s4w6d-sDqQVQ8BP86gCfcFu1d1_S7lCjbGOXJUa_m7eN1I0IYwcZXeW1JHp7qoDI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81173" y="2865239"/>
            <a:ext cx="2084490" cy="108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https://lh5.googleusercontent.com/TLaovkNzfEWrX66eWVCZ_0g6yBP2fdDSlmqprW1Dj5zM0LUt4mvRt2ARpv0ZzD2TfFHIhSatvguOcIoZZ_HUIxEtcewcSuVimv77uBnlJ1-m8pO63kuxsdT80j9lllabRvc0rrBHVPP8deDtP-o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4107" y="720838"/>
            <a:ext cx="1870187" cy="1377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CfP: Conference on Alcohol in Health, Disease &amp;amp; Research @ Chettinad  Hospital, Tamil Nadu [June 26-27]: Submit by June 10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69536" y="802841"/>
            <a:ext cx="2096128" cy="1213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s://lh6.googleusercontent.com/SnqhJqLaTjrK76Ms7ua1oJ8c0-0NmOuS7KA82cz4PMD5ortGaTfQdOVRQ_KQy9bV4gEPtONmblaBia8ztwLw01cBElbFWdsHTwYFP6XGYqkVsdaApyAOyhb8hnKKbLcKzEpEaO_Yhd_fdqE7vDw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59654" y="3001087"/>
            <a:ext cx="562751" cy="557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047936" y="3544956"/>
            <a:ext cx="950852" cy="270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20" dirty="0"/>
              <a:t>BHARATHIRAJA HOSPITAL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40CB67-7F72-4085-8E5B-1923BF22B5C7}"/>
              </a:ext>
            </a:extLst>
          </p:cNvPr>
          <p:cNvSpPr/>
          <p:nvPr/>
        </p:nvSpPr>
        <p:spPr>
          <a:xfrm>
            <a:off x="7326336" y="3069260"/>
            <a:ext cx="2096128" cy="7194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24A51-0AB1-3B24-BAA5-710323FEA4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3289" y="3191173"/>
            <a:ext cx="1916149" cy="4829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094CC9-1582-67D3-302E-2344C21FBB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5846" y="594485"/>
            <a:ext cx="1580308" cy="16303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322244-39A3-4E8C-A20E-55F29AB3F63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77099" y="691826"/>
            <a:ext cx="1794602" cy="14356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3DFFFE4-D55F-4B29-BA40-6CA8F5BEF85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7136" y="5129768"/>
            <a:ext cx="2096128" cy="6371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A1FB99-316F-43B5-8492-0CFD9F052A6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78507" y="4759505"/>
            <a:ext cx="1870187" cy="1377657"/>
          </a:xfrm>
          <a:prstGeom prst="rect">
            <a:avLst/>
          </a:prstGeom>
        </p:spPr>
      </p:pic>
      <p:pic>
        <p:nvPicPr>
          <p:cNvPr id="3" name="Picture 2" descr="Best Geriatric Hospital in Chennai - Geri Care">
            <a:extLst>
              <a:ext uri="{FF2B5EF4-FFF2-40B4-BE49-F238E27FC236}">
                <a16:creationId xmlns:a16="http://schemas.microsoft.com/office/drawing/2014/main" id="{516404F0-FEE4-634C-7C9C-7879A8151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736" y="5164925"/>
            <a:ext cx="2096128" cy="566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23FA188-F62C-40CD-BE14-8921005C05E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29589" y="2942467"/>
            <a:ext cx="604217" cy="61603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6E0EEE2-7127-7804-719C-BB4D9A6BF9E5}"/>
              </a:ext>
            </a:extLst>
          </p:cNvPr>
          <p:cNvSpPr/>
          <p:nvPr/>
        </p:nvSpPr>
        <p:spPr>
          <a:xfrm>
            <a:off x="5877164" y="3533431"/>
            <a:ext cx="1266900" cy="382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720" dirty="0"/>
              <a:t>PILLAR HOSPITAL </a:t>
            </a:r>
          </a:p>
          <a:p>
            <a:pPr algn="ctr"/>
            <a:r>
              <a:rPr lang="en-IN" sz="720" dirty="0"/>
              <a:t>ANDAMAN &amp; NICOBAR ISLANDS</a:t>
            </a:r>
          </a:p>
        </p:txBody>
      </p:sp>
    </p:spTree>
    <p:extLst>
      <p:ext uri="{BB962C8B-B14F-4D97-AF65-F5344CB8AC3E}">
        <p14:creationId xmlns:p14="http://schemas.microsoft.com/office/powerpoint/2010/main" val="2420759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0336EA-107F-4AFE-B9CB-D795A4F0E528}"/>
              </a:ext>
            </a:extLst>
          </p:cNvPr>
          <p:cNvSpPr/>
          <p:nvPr/>
        </p:nvSpPr>
        <p:spPr>
          <a:xfrm>
            <a:off x="3627016" y="2658511"/>
            <a:ext cx="2089968" cy="15409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194" name="Picture 2" descr="Post Graduate Engineering Admissions 2021 - Rajalakshmi Engineering College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42036" y="2684269"/>
            <a:ext cx="1849743" cy="1515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Great Lakes Institute of Management, Gurgaon Convocation 2015 presided over  by Honorable Union Minister for Railways, Shri Suresh Prabhu"/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937920" y="805543"/>
            <a:ext cx="2620160" cy="1208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IIT Madras - Wikipedia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79493" y="4559827"/>
            <a:ext cx="1777013" cy="177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6944" y="4605295"/>
            <a:ext cx="1910112" cy="168607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2544" y="2587118"/>
            <a:ext cx="1174915" cy="117862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563632" y="3733580"/>
            <a:ext cx="1912736" cy="537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7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GUDUR RESTAURANT CONVENTION</a:t>
            </a:r>
          </a:p>
        </p:txBody>
      </p:sp>
      <p:pic>
        <p:nvPicPr>
          <p:cNvPr id="7178" name="Picture 10" descr="SPI Cinemas | Logopedia | Fandom"/>
          <p:cNvPicPr>
            <a:picLocks noChangeAspect="1" noChangeArrowheads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7544" b="22695"/>
          <a:stretch/>
        </p:blipFill>
        <p:spPr bwMode="auto">
          <a:xfrm>
            <a:off x="513920" y="2824503"/>
            <a:ext cx="2620160" cy="1208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211" b="9341"/>
          <a:stretch/>
        </p:blipFill>
        <p:spPr>
          <a:xfrm>
            <a:off x="868944" y="4605295"/>
            <a:ext cx="1910112" cy="168607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F547501-F599-40A8-9E01-6B1585EC903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" t="9293" r="-1317" b="11845"/>
          <a:stretch/>
        </p:blipFill>
        <p:spPr>
          <a:xfrm>
            <a:off x="6502953" y="4656680"/>
            <a:ext cx="2034094" cy="15833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35DF34-7469-4260-A8CB-3DC0053C992A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27540" b="25235"/>
          <a:stretch/>
        </p:blipFill>
        <p:spPr>
          <a:xfrm>
            <a:off x="7668973" y="778191"/>
            <a:ext cx="2550055" cy="126295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EA004FC-7A09-47B6-8056-BFCEF27F6FB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85920" y="984717"/>
            <a:ext cx="2620160" cy="8499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B4651040-9B28-4E78-9741-60907635E985}"/>
              </a:ext>
            </a:extLst>
          </p:cNvPr>
          <p:cNvSpPr txBox="1"/>
          <p:nvPr/>
        </p:nvSpPr>
        <p:spPr>
          <a:xfrm>
            <a:off x="9239969" y="3693549"/>
            <a:ext cx="2256062" cy="4492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 sz="1380"/>
              <a:t>TAMUKKAM CONVENTION CENTRE MADURAI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B821D6-7792-0A1F-0271-84D17F58CFC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76851" y="2715235"/>
            <a:ext cx="982299" cy="98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871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1FD1C8-151F-58F8-29E5-1B559D3C1081}"/>
              </a:ext>
            </a:extLst>
          </p:cNvPr>
          <p:cNvSpPr/>
          <p:nvPr/>
        </p:nvSpPr>
        <p:spPr>
          <a:xfrm>
            <a:off x="9715052" y="4792465"/>
            <a:ext cx="254749" cy="13114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RC - Rajarathnam Constructions | Real Estate Developers in Chennai, Tamil  Nadu">
            <a:extLst>
              <a:ext uri="{FF2B5EF4-FFF2-40B4-BE49-F238E27FC236}">
                <a16:creationId xmlns:a16="http://schemas.microsoft.com/office/drawing/2014/main" id="{0EBA6BA2-86B0-4A3B-B81C-E388396D14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058"/>
          <a:stretch/>
        </p:blipFill>
        <p:spPr bwMode="auto">
          <a:xfrm>
            <a:off x="8531515" y="4792732"/>
            <a:ext cx="1200861" cy="1311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FBCDD650-CBEB-4B0D-9E58-2908257CEA53}"/>
              </a:ext>
            </a:extLst>
          </p:cNvPr>
          <p:cNvSpPr/>
          <p:nvPr/>
        </p:nvSpPr>
        <p:spPr>
          <a:xfrm rot="16200000">
            <a:off x="9355375" y="5235652"/>
            <a:ext cx="1140310" cy="425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60" b="1" dirty="0">
                <a:latin typeface="Helvetica Neue"/>
              </a:rPr>
              <a:t>RC - MEADOWS</a:t>
            </a:r>
          </a:p>
        </p:txBody>
      </p:sp>
      <p:pic>
        <p:nvPicPr>
          <p:cNvPr id="5127" name="Picture 7" descr="https://lh6.googleusercontent.com/j9Mq5olQEPD8nS3whaJyRjQCiLp95WB-FMRJyGgzpCMKvU_dYa_jslNPtthd-US3igw5psfc9QgGUZSFC5t9J5xc2AkgyO5cOQc2LbZ22BXR7eaewEkOU80QQJoOJq1S95HvnwlwMF455_GafTk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35065" y="4830968"/>
            <a:ext cx="2086669" cy="1234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https://lh4.googleusercontent.com/p--T_coS1Z_mWkN8kbmMeduBFnGZfbc0rexFD3MQPxmPrZxlyFoSA6xY6jej_MF5DR6rPK1oE_Pe11TStTbaBWX98YUg9EpZM5VUGMZnrqMfRovIuhslJwCmjmFrlzHdcKFFKnRKvGSAzg0x8wc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2456" y="5510737"/>
            <a:ext cx="376656" cy="5549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5" name="Picture 15" descr="https://lh6.googleusercontent.com/PiiU610jJ_6KZia-b2RP1G5lbeInA61cqg8e8pyiaSinYJSpHGlY3--kM1WnpHU2nT7mm2TVc5JN1Heu92fqZfgjTKcJIQTJyL9HTFkCWNbLKCBUHq8Z8a7EQd_DvmUTZnKAwmcEWRL7u_pU3EU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11798" y="4832103"/>
            <a:ext cx="2090257" cy="123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631541" y="2880283"/>
            <a:ext cx="2094923" cy="1097434"/>
          </a:xfrm>
          <a:prstGeom prst="rect">
            <a:avLst/>
          </a:prstGeom>
          <a:grp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https://lh4.googleusercontent.com/iDDmySjI1mYpd2RB-i4y11VMwqN7R5eNFi4BWEI649SszgjDxpvu6MK67OiWC-JKO6A-IqR4nRXnM8Uf6NSqkIHYMCX6HdbMO2kn7dTnho7cmgo0lyGKEfSYDUIFXx2NPzPPvJYG-AYLHJJER08"/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630336" y="2880283"/>
            <a:ext cx="711539" cy="1089542"/>
          </a:xfrm>
          <a:prstGeom prst="rect">
            <a:avLst/>
          </a:prstGeom>
          <a:grpFill/>
        </p:spPr>
      </p:pic>
      <p:pic>
        <p:nvPicPr>
          <p:cNvPr id="5124" name="Picture 4" descr="https://lh6.googleusercontent.com/qeQ6Re0L3ExRTOd6Nk7oxOlX8di7AnS4fX8zC_6f4-kr0Kz-uFIw3NjWo50I-Hfi2hPyFBT44_czVmJcqZTQqtLn7KO9zDzJBm3ETsZazjzw_XjRRgBp5NTfSfe0hTere5OjwnAvMYbSnGw8IE8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87583" y="3532790"/>
            <a:ext cx="1305747" cy="420077"/>
          </a:xfrm>
          <a:prstGeom prst="rect">
            <a:avLst/>
          </a:prstGeom>
          <a:grpFill/>
        </p:spPr>
      </p:pic>
      <p:sp>
        <p:nvSpPr>
          <p:cNvPr id="5" name="Rectangle 4"/>
          <p:cNvSpPr/>
          <p:nvPr/>
        </p:nvSpPr>
        <p:spPr>
          <a:xfrm>
            <a:off x="2362733" y="2938674"/>
            <a:ext cx="1352140" cy="360208"/>
          </a:xfrm>
          <a:prstGeom prst="rect">
            <a:avLst/>
          </a:prstGeom>
          <a:grpFill/>
        </p:spPr>
        <p:txBody>
          <a:bodyPr wrap="square">
            <a:spAutoFit/>
          </a:bodyPr>
          <a:lstStyle/>
          <a:p>
            <a:pPr algn="ctr"/>
            <a:r>
              <a:rPr lang="en-US" sz="960" b="1" dirty="0">
                <a:latin typeface="Helvetica Neue"/>
              </a:rPr>
              <a:t>Residence of </a:t>
            </a:r>
            <a:endParaRPr lang="en-US" sz="1400" dirty="0"/>
          </a:p>
          <a:p>
            <a:pPr algn="ctr"/>
            <a:r>
              <a:rPr lang="en-US" sz="960" b="1" dirty="0">
                <a:latin typeface="Helvetica Neue"/>
              </a:rPr>
              <a:t>Mr. Gopal Srinivasan</a:t>
            </a:r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4006248" y="2923178"/>
            <a:ext cx="1931157" cy="1011645"/>
          </a:xfrm>
          <a:prstGeom prst="rect">
            <a:avLst/>
          </a:prstGeom>
          <a:grp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3" name="Picture 3" descr="https://lh3.googleusercontent.com/H6YEOutS-azdLzLSdB4JsJJyLiA9KnGBpovnt5jA2D-muqEncTBhoDpnkBsBYrGG6EujF-Ogdijv8LYx-5Ojfp7pHrrsDQ_zSvQVr4BGV_iNmYGDPXY4u79KhJKwjKw87DQaAnQVTcSJaX0n-xY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69085" y="2976151"/>
            <a:ext cx="974859" cy="6567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125" name="Picture 5" descr="https://lh5.googleusercontent.com/I8stjV6aJt0uTkqtgkgER55DWCxiNTTgcz0cPKeWlijL8o7rU2SmcQw8ouAqMkUtbe-iPoBRisAVNb4W3ah6rymhYxsG2ZUD-K_4N7wOhmqiWPhSbYpbkiqmvyhhU02r6znio8kVNKA-9O4gx2A"/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49690" y="2969790"/>
            <a:ext cx="868158" cy="6567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131" name="Picture 11" descr="https://lh4.googleusercontent.com/YH_YVq_gsErDoTyEdbc-7xiP90h8HGSd5K30mWdJn2W40GhfUNQpjDdzR7N9mQW6Bw1pKefFD1q8udjBV_3jlQoO6W5OR8yH1zyxzzQCdLWMEbtBILJDnHBYiz29RDdcGcreOn3-gDgEsYEEjVQ"/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09409" y="4752584"/>
            <a:ext cx="1767816" cy="139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6328785" y="4770395"/>
            <a:ext cx="1832206" cy="247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30" b="1" dirty="0">
                <a:latin typeface="Helvetica Neue"/>
              </a:rPr>
              <a:t>ROW HOUSES AT ECR</a:t>
            </a:r>
          </a:p>
        </p:txBody>
      </p:sp>
      <p:pic>
        <p:nvPicPr>
          <p:cNvPr id="5130" name="Picture 10" descr="https://lh4.googleusercontent.com/YqfHEnagoSOmEFQQphaN6ZnomV6j9VmFbFWa51_-K7iLZb1RP47QnRbvLh8f1IS5QcfBViHdCSXc1l9fS8x9zlfc3zpF5Uqb5TSDZE91Lor04sm1Uh-zBVmF0EHNBIVMwb1CBSiVeJl_zJ404Ps"/>
          <p:cNvPicPr>
            <a:picLocks noChangeAspect="1" noChangeArrowheads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65536" y="2879820"/>
            <a:ext cx="1292109" cy="1098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s://lh3.googleusercontent.com/6vxkzXVlFPVUXqcV6PDOxrCNYuouakX18c-qxJcbnzR-AUxhA09GHObuf5kG_skvvb3_4Kfh6hUcJ90toNmkOpXIgaU3ncOzaQt1y2nQ4lKuWsr-spH7WCQNDUAW0o_EnGB1GYjOMDJEMw8jL1Y"/>
          <p:cNvPicPr>
            <a:picLocks noChangeAspect="1" noChangeArrowheads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rot="16200000">
            <a:off x="9441120" y="3141862"/>
            <a:ext cx="1120544" cy="573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16" descr="Jeno Maran Groups - Service Provider from Kamatchi Amman, Pondicherry,  India | About Us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92750" y="2664422"/>
            <a:ext cx="1684901" cy="152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FF1106-8B53-528D-813E-6512E3B87736}"/>
              </a:ext>
            </a:extLst>
          </p:cNvPr>
          <p:cNvSpPr txBox="1"/>
          <p:nvPr/>
        </p:nvSpPr>
        <p:spPr>
          <a:xfrm>
            <a:off x="3908736" y="3584489"/>
            <a:ext cx="2096128" cy="332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90" b="1" dirty="0">
                <a:latin typeface="Helvetica Neue"/>
              </a:rPr>
              <a:t>Residence of </a:t>
            </a:r>
          </a:p>
          <a:p>
            <a:pPr algn="ctr"/>
            <a:r>
              <a:rPr lang="en-US" sz="890" b="1" dirty="0">
                <a:latin typeface="Helvetica Neue"/>
              </a:rPr>
              <a:t>Mr. ANANTHAPADMANABHAN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9E16B1-9121-1551-2E65-6341E0747EC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11544" y="4853391"/>
            <a:ext cx="916664" cy="4741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9324693-FE34-4BF8-A027-36354679925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71830" y="607097"/>
            <a:ext cx="1605140" cy="16051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7AE9BF2-B3FB-4EA9-B441-CD6B977A6C8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86654" y="701334"/>
            <a:ext cx="1818691" cy="1416665"/>
          </a:xfrm>
          <a:prstGeom prst="rect">
            <a:avLst/>
          </a:prstGeom>
        </p:spPr>
      </p:pic>
      <p:pic>
        <p:nvPicPr>
          <p:cNvPr id="1028" name="Picture 4" descr="Medimix Ayurvedic">
            <a:extLst>
              <a:ext uri="{FF2B5EF4-FFF2-40B4-BE49-F238E27FC236}">
                <a16:creationId xmlns:a16="http://schemas.microsoft.com/office/drawing/2014/main" id="{78793194-C00A-4642-ADDB-4C73F38DB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36" y="1077867"/>
            <a:ext cx="2096128" cy="663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D68F608-9703-7081-AF61-F0CB592BF09F}"/>
              </a:ext>
            </a:extLst>
          </p:cNvPr>
          <p:cNvSpPr/>
          <p:nvPr/>
        </p:nvSpPr>
        <p:spPr>
          <a:xfrm>
            <a:off x="2832191" y="756010"/>
            <a:ext cx="1970817" cy="130731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6E6DB0B-C064-4726-977C-840AD5B9C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218" y="794520"/>
            <a:ext cx="1887010" cy="1188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BFA141E-6E53-7304-6FB6-965BC7E8B18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04736" y="811631"/>
            <a:ext cx="1153979" cy="119607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EE2B31B-42A2-C536-DCDD-F9AF0547104E}"/>
              </a:ext>
            </a:extLst>
          </p:cNvPr>
          <p:cNvSpPr/>
          <p:nvPr/>
        </p:nvSpPr>
        <p:spPr>
          <a:xfrm rot="16200000">
            <a:off x="10371652" y="1167170"/>
            <a:ext cx="1329212" cy="527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380" b="1" dirty="0">
                <a:latin typeface="Helvetica Neue"/>
              </a:rPr>
              <a:t>VIKRAM CHOUDHARY</a:t>
            </a:r>
          </a:p>
        </p:txBody>
      </p:sp>
    </p:spTree>
    <p:extLst>
      <p:ext uri="{BB962C8B-B14F-4D97-AF65-F5344CB8AC3E}">
        <p14:creationId xmlns:p14="http://schemas.microsoft.com/office/powerpoint/2010/main" val="1973011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2C1E95-1F01-FAA5-BF41-CEBD3B172876}"/>
              </a:ext>
            </a:extLst>
          </p:cNvPr>
          <p:cNvSpPr/>
          <p:nvPr/>
        </p:nvSpPr>
        <p:spPr>
          <a:xfrm>
            <a:off x="452613" y="1278560"/>
            <a:ext cx="11312667" cy="50344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873C1D-9940-4CA3-8FC7-FBD28FDF6DC7}"/>
              </a:ext>
            </a:extLst>
          </p:cNvPr>
          <p:cNvSpPr txBox="1"/>
          <p:nvPr/>
        </p:nvSpPr>
        <p:spPr>
          <a:xfrm>
            <a:off x="1354642" y="3317113"/>
            <a:ext cx="2422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WORLD TRADE CENTER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3E89BD-7371-4ED5-93C8-E7B8298FB89B}"/>
              </a:ext>
            </a:extLst>
          </p:cNvPr>
          <p:cNvSpPr txBox="1"/>
          <p:nvPr/>
        </p:nvSpPr>
        <p:spPr>
          <a:xfrm>
            <a:off x="4971714" y="3323812"/>
            <a:ext cx="2877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b="1" dirty="0">
                <a:solidFill>
                  <a:schemeClr val="bg1"/>
                </a:solidFill>
              </a:rPr>
              <a:t>TRILL IT</a:t>
            </a:r>
            <a:r>
              <a:rPr lang="en-IN" b="0" i="0" dirty="0">
                <a:solidFill>
                  <a:srgbClr val="000000"/>
                </a:solidFill>
                <a:effectLst/>
                <a:latin typeface="Linux Libertine"/>
              </a:rPr>
              <a:t> </a:t>
            </a:r>
            <a:r>
              <a:rPr lang="en-IN" b="1" dirty="0">
                <a:solidFill>
                  <a:schemeClr val="bg1"/>
                </a:solidFill>
              </a:rPr>
              <a:t>PARK</a:t>
            </a:r>
            <a:r>
              <a:rPr lang="en-IN" b="0" i="0" dirty="0">
                <a:solidFill>
                  <a:srgbClr val="000000"/>
                </a:solidFill>
                <a:effectLst/>
                <a:latin typeface="Linux Libertine"/>
              </a:rPr>
              <a:t> </a:t>
            </a:r>
            <a:r>
              <a:rPr lang="en-IN" b="1" dirty="0">
                <a:solidFill>
                  <a:schemeClr val="bg1"/>
                </a:solidFill>
              </a:rPr>
              <a:t>CHENNAI</a:t>
            </a:r>
          </a:p>
        </p:txBody>
      </p:sp>
      <p:pic>
        <p:nvPicPr>
          <p:cNvPr id="1034" name="Picture 10" descr="THE 5 BEST Taj Hotels in Chennai (Madras), India - Tripadvisor">
            <a:extLst>
              <a:ext uri="{FF2B5EF4-FFF2-40B4-BE49-F238E27FC236}">
                <a16:creationId xmlns:a16="http://schemas.microsoft.com/office/drawing/2014/main" id="{F3F40E09-D191-436D-8819-D3CBD07B4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367" y="1658240"/>
            <a:ext cx="2076369" cy="1643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C70B6DE-8632-4B8D-91CF-300703396A63}"/>
              </a:ext>
            </a:extLst>
          </p:cNvPr>
          <p:cNvSpPr txBox="1"/>
          <p:nvPr/>
        </p:nvSpPr>
        <p:spPr>
          <a:xfrm>
            <a:off x="8655049" y="3271623"/>
            <a:ext cx="2422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b="1" dirty="0">
                <a:solidFill>
                  <a:schemeClr val="bg1"/>
                </a:solidFill>
              </a:rPr>
              <a:t>TAJ HOTEL CHENNAI</a:t>
            </a:r>
          </a:p>
        </p:txBody>
      </p:sp>
      <p:pic>
        <p:nvPicPr>
          <p:cNvPr id="1036" name="Picture 12" descr="RC Jones Castle in Saidapet, Chennai">
            <a:extLst>
              <a:ext uri="{FF2B5EF4-FFF2-40B4-BE49-F238E27FC236}">
                <a16:creationId xmlns:a16="http://schemas.microsoft.com/office/drawing/2014/main" id="{8ACCE7C5-773E-4B43-8439-81A0A2C7DC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5" r="5827" b="1834"/>
          <a:stretch/>
        </p:blipFill>
        <p:spPr bwMode="auto">
          <a:xfrm>
            <a:off x="4452292" y="3758671"/>
            <a:ext cx="3165232" cy="1820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C Kingston in Madhavaram, Chennai">
            <a:extLst>
              <a:ext uri="{FF2B5EF4-FFF2-40B4-BE49-F238E27FC236}">
                <a16:creationId xmlns:a16="http://schemas.microsoft.com/office/drawing/2014/main" id="{7E39A85F-5DD5-448D-A7C5-B86E36AA8C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60" r="10447"/>
          <a:stretch/>
        </p:blipFill>
        <p:spPr bwMode="auto">
          <a:xfrm>
            <a:off x="8258235" y="3771771"/>
            <a:ext cx="2877681" cy="184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090B674-BEF6-45ED-A6DE-8112BDA1E3FC}"/>
              </a:ext>
            </a:extLst>
          </p:cNvPr>
          <p:cNvSpPr txBox="1"/>
          <p:nvPr/>
        </p:nvSpPr>
        <p:spPr>
          <a:xfrm>
            <a:off x="4377396" y="5597656"/>
            <a:ext cx="3320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RAJARATHNAM CONSTRUCTION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JONES CASTLE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9859E8-871E-47FF-89A8-ABD111374C41}"/>
              </a:ext>
            </a:extLst>
          </p:cNvPr>
          <p:cNvSpPr txBox="1"/>
          <p:nvPr/>
        </p:nvSpPr>
        <p:spPr>
          <a:xfrm>
            <a:off x="7978936" y="5609276"/>
            <a:ext cx="346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RAJARATHNAM CONSTRUCTION KINGSTON</a:t>
            </a:r>
          </a:p>
        </p:txBody>
      </p:sp>
      <p:pic>
        <p:nvPicPr>
          <p:cNvPr id="1040" name="Picture 16" descr="Photo">
            <a:extLst>
              <a:ext uri="{FF2B5EF4-FFF2-40B4-BE49-F238E27FC236}">
                <a16:creationId xmlns:a16="http://schemas.microsoft.com/office/drawing/2014/main" id="{C550934D-19BE-4958-9935-5A79BDBCE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978" y="3782825"/>
            <a:ext cx="1909187" cy="1820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8FF0124-B36E-49FC-ADAD-E27CD72DFB7A}"/>
              </a:ext>
            </a:extLst>
          </p:cNvPr>
          <p:cNvSpPr txBox="1"/>
          <p:nvPr/>
        </p:nvSpPr>
        <p:spPr>
          <a:xfrm>
            <a:off x="1288840" y="5701526"/>
            <a:ext cx="2363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MERIDIAN HOSPITAL</a:t>
            </a:r>
          </a:p>
        </p:txBody>
      </p:sp>
      <p:pic>
        <p:nvPicPr>
          <p:cNvPr id="2050" name="Picture 2" descr="Photo">
            <a:extLst>
              <a:ext uri="{FF2B5EF4-FFF2-40B4-BE49-F238E27FC236}">
                <a16:creationId xmlns:a16="http://schemas.microsoft.com/office/drawing/2014/main" id="{091A0251-F1D5-4AA3-9AEA-7366B078C9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05" b="40024"/>
          <a:stretch/>
        </p:blipFill>
        <p:spPr bwMode="auto">
          <a:xfrm>
            <a:off x="4452293" y="1564940"/>
            <a:ext cx="3205058" cy="1758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Brigade Group This Picture Perfectly Encapsulates The, 45% OFF">
            <a:extLst>
              <a:ext uri="{FF2B5EF4-FFF2-40B4-BE49-F238E27FC236}">
                <a16:creationId xmlns:a16="http://schemas.microsoft.com/office/drawing/2014/main" id="{5ACC5FA5-D651-4C63-2CFD-0D5ECEC5E1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91"/>
          <a:stretch/>
        </p:blipFill>
        <p:spPr bwMode="auto">
          <a:xfrm>
            <a:off x="1303962" y="1593848"/>
            <a:ext cx="2494723" cy="1758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720146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27425</TotalTime>
  <Words>293</Words>
  <Application>Microsoft Office PowerPoint</Application>
  <PresentationFormat>Widescreen</PresentationFormat>
  <Paragraphs>84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Arial Narrow</vt:lpstr>
      <vt:lpstr>Calibri</vt:lpstr>
      <vt:lpstr>Calibri Light</vt:lpstr>
      <vt:lpstr>Century Gothic</vt:lpstr>
      <vt:lpstr>Gothic Uralic</vt:lpstr>
      <vt:lpstr>Helvetica Neue</vt:lpstr>
      <vt:lpstr>Linux Libertine</vt:lpstr>
      <vt:lpstr>Custom Design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Mugundhan</cp:lastModifiedBy>
  <cp:revision>689</cp:revision>
  <dcterms:created xsi:type="dcterms:W3CDTF">2021-11-13T08:28:52Z</dcterms:created>
  <dcterms:modified xsi:type="dcterms:W3CDTF">2026-08-05T10:09:05Z</dcterms:modified>
</cp:coreProperties>
</file>